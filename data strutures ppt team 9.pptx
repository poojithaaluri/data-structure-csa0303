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6" r:id="rId6"/>
    <p:sldId id="259" r:id="rId7"/>
    <p:sldId id="267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3CDAB0-2BD2-4E97-AE2A-E6DA185C2B61}" v="5" dt="2026-08-03T15:36:04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tha Sabitha" userId="a817836cae688642" providerId="LiveId" clId="{F11A0167-2C0D-4C07-BEBE-8A8269BD8EAC}"/>
    <pc:docChg chg="custSel addSld modSld sldOrd">
      <pc:chgData name="Sabitha Sabitha" userId="a817836cae688642" providerId="LiveId" clId="{F11A0167-2C0D-4C07-BEBE-8A8269BD8EAC}" dt="2026-08-03T15:40:58.662" v="137" actId="20577"/>
      <pc:docMkLst>
        <pc:docMk/>
      </pc:docMkLst>
      <pc:sldChg chg="addSp modSp mod">
        <pc:chgData name="Sabitha Sabitha" userId="a817836cae688642" providerId="LiveId" clId="{F11A0167-2C0D-4C07-BEBE-8A8269BD8EAC}" dt="2026-08-03T15:27:25.127" v="5" actId="1076"/>
        <pc:sldMkLst>
          <pc:docMk/>
          <pc:sldMk cId="2391234891" sldId="258"/>
        </pc:sldMkLst>
        <pc:spChg chg="mod">
          <ac:chgData name="Sabitha Sabitha" userId="a817836cae688642" providerId="LiveId" clId="{F11A0167-2C0D-4C07-BEBE-8A8269BD8EAC}" dt="2026-08-03T15:27:25.127" v="5" actId="1076"/>
          <ac:spMkLst>
            <pc:docMk/>
            <pc:sldMk cId="2391234891" sldId="258"/>
            <ac:spMk id="2" creationId="{773D19D5-F03E-E202-D6FC-5CEE3A572FDB}"/>
          </ac:spMkLst>
        </pc:spChg>
        <pc:spChg chg="mod">
          <ac:chgData name="Sabitha Sabitha" userId="a817836cae688642" providerId="LiveId" clId="{F11A0167-2C0D-4C07-BEBE-8A8269BD8EAC}" dt="2026-08-03T15:27:14.139" v="2" actId="1076"/>
          <ac:spMkLst>
            <pc:docMk/>
            <pc:sldMk cId="2391234891" sldId="258"/>
            <ac:spMk id="4" creationId="{E5C9D837-3279-67C5-576E-5098FAB1F06E}"/>
          </ac:spMkLst>
        </pc:spChg>
        <pc:picChg chg="add">
          <ac:chgData name="Sabitha Sabitha" userId="a817836cae688642" providerId="LiveId" clId="{F11A0167-2C0D-4C07-BEBE-8A8269BD8EAC}" dt="2026-08-03T15:27:20.022" v="4" actId="22"/>
          <ac:picMkLst>
            <pc:docMk/>
            <pc:sldMk cId="2391234891" sldId="258"/>
            <ac:picMk id="5" creationId="{F0606278-D35E-CC9F-34D2-E9927E0783A4}"/>
          </ac:picMkLst>
        </pc:picChg>
      </pc:sldChg>
      <pc:sldChg chg="addSp modSp mod ord">
        <pc:chgData name="Sabitha Sabitha" userId="a817836cae688642" providerId="LiveId" clId="{F11A0167-2C0D-4C07-BEBE-8A8269BD8EAC}" dt="2026-08-03T15:36:44.124" v="124" actId="1076"/>
        <pc:sldMkLst>
          <pc:docMk/>
          <pc:sldMk cId="2305564733" sldId="259"/>
        </pc:sldMkLst>
        <pc:spChg chg="mod">
          <ac:chgData name="Sabitha Sabitha" userId="a817836cae688642" providerId="LiveId" clId="{F11A0167-2C0D-4C07-BEBE-8A8269BD8EAC}" dt="2026-08-03T15:36:44.124" v="124" actId="1076"/>
          <ac:spMkLst>
            <pc:docMk/>
            <pc:sldMk cId="2305564733" sldId="259"/>
            <ac:spMk id="2" creationId="{0253BE20-6998-0E6D-4BCF-E8BFD13900C8}"/>
          </ac:spMkLst>
        </pc:spChg>
        <pc:spChg chg="mod">
          <ac:chgData name="Sabitha Sabitha" userId="a817836cae688642" providerId="LiveId" clId="{F11A0167-2C0D-4C07-BEBE-8A8269BD8EAC}" dt="2026-08-03T15:36:39.847" v="123" actId="1076"/>
          <ac:spMkLst>
            <pc:docMk/>
            <pc:sldMk cId="2305564733" sldId="259"/>
            <ac:spMk id="4" creationId="{65917CF7-E7D2-01BC-4CC4-DFB5F36EDEAA}"/>
          </ac:spMkLst>
        </pc:spChg>
        <pc:picChg chg="add">
          <ac:chgData name="Sabitha Sabitha" userId="a817836cae688642" providerId="LiveId" clId="{F11A0167-2C0D-4C07-BEBE-8A8269BD8EAC}" dt="2026-08-03T15:27:40.235" v="8" actId="22"/>
          <ac:picMkLst>
            <pc:docMk/>
            <pc:sldMk cId="2305564733" sldId="259"/>
            <ac:picMk id="5" creationId="{CC72286D-BDCA-5D7B-937C-996761D0B725}"/>
          </ac:picMkLst>
        </pc:picChg>
      </pc:sldChg>
      <pc:sldChg chg="addSp modSp mod">
        <pc:chgData name="Sabitha Sabitha" userId="a817836cae688642" providerId="LiveId" clId="{F11A0167-2C0D-4C07-BEBE-8A8269BD8EAC}" dt="2026-08-03T15:28:28.494" v="20" actId="22"/>
        <pc:sldMkLst>
          <pc:docMk/>
          <pc:sldMk cId="262644172" sldId="260"/>
        </pc:sldMkLst>
        <pc:spChg chg="mod">
          <ac:chgData name="Sabitha Sabitha" userId="a817836cae688642" providerId="LiveId" clId="{F11A0167-2C0D-4C07-BEBE-8A8269BD8EAC}" dt="2026-08-03T15:28:26.868" v="19" actId="1076"/>
          <ac:spMkLst>
            <pc:docMk/>
            <pc:sldMk cId="262644172" sldId="260"/>
            <ac:spMk id="2" creationId="{58C05D7A-6017-5AE5-FBC5-612E5770160F}"/>
          </ac:spMkLst>
        </pc:spChg>
        <pc:spChg chg="mod">
          <ac:chgData name="Sabitha Sabitha" userId="a817836cae688642" providerId="LiveId" clId="{F11A0167-2C0D-4C07-BEBE-8A8269BD8EAC}" dt="2026-08-03T15:28:22.604" v="18" actId="1076"/>
          <ac:spMkLst>
            <pc:docMk/>
            <pc:sldMk cId="262644172" sldId="260"/>
            <ac:spMk id="4" creationId="{B1823FD6-7DE4-3A91-396D-F392F93FFB9D}"/>
          </ac:spMkLst>
        </pc:spChg>
        <pc:picChg chg="add">
          <ac:chgData name="Sabitha Sabitha" userId="a817836cae688642" providerId="LiveId" clId="{F11A0167-2C0D-4C07-BEBE-8A8269BD8EAC}" dt="2026-08-03T15:28:28.494" v="20" actId="22"/>
          <ac:picMkLst>
            <pc:docMk/>
            <pc:sldMk cId="262644172" sldId="260"/>
            <ac:picMk id="5" creationId="{39FB0B9B-21EE-026F-1F5B-DC532F1D5CC9}"/>
          </ac:picMkLst>
        </pc:picChg>
      </pc:sldChg>
      <pc:sldChg chg="addSp modSp mod">
        <pc:chgData name="Sabitha Sabitha" userId="a817836cae688642" providerId="LiveId" clId="{F11A0167-2C0D-4C07-BEBE-8A8269BD8EAC}" dt="2026-08-03T15:28:56.533" v="30" actId="1076"/>
        <pc:sldMkLst>
          <pc:docMk/>
          <pc:sldMk cId="4026128165" sldId="261"/>
        </pc:sldMkLst>
        <pc:spChg chg="mod">
          <ac:chgData name="Sabitha Sabitha" userId="a817836cae688642" providerId="LiveId" clId="{F11A0167-2C0D-4C07-BEBE-8A8269BD8EAC}" dt="2026-08-03T15:28:51.935" v="28" actId="1076"/>
          <ac:spMkLst>
            <pc:docMk/>
            <pc:sldMk cId="4026128165" sldId="261"/>
            <ac:spMk id="2" creationId="{6F5270FE-8206-4FA2-BEE1-FE35749C331F}"/>
          </ac:spMkLst>
        </pc:spChg>
        <pc:spChg chg="mod">
          <ac:chgData name="Sabitha Sabitha" userId="a817836cae688642" providerId="LiveId" clId="{F11A0167-2C0D-4C07-BEBE-8A8269BD8EAC}" dt="2026-08-03T15:28:47.753" v="27" actId="1076"/>
          <ac:spMkLst>
            <pc:docMk/>
            <pc:sldMk cId="4026128165" sldId="261"/>
            <ac:spMk id="4" creationId="{12E40C2D-D53B-B02A-D9F1-37554C4B7BE6}"/>
          </ac:spMkLst>
        </pc:spChg>
        <pc:picChg chg="add mod">
          <ac:chgData name="Sabitha Sabitha" userId="a817836cae688642" providerId="LiveId" clId="{F11A0167-2C0D-4C07-BEBE-8A8269BD8EAC}" dt="2026-08-03T15:28:56.533" v="30" actId="1076"/>
          <ac:picMkLst>
            <pc:docMk/>
            <pc:sldMk cId="4026128165" sldId="261"/>
            <ac:picMk id="5" creationId="{55D05285-6018-BEAD-D136-A810E9EB0126}"/>
          </ac:picMkLst>
        </pc:picChg>
      </pc:sldChg>
      <pc:sldChg chg="addSp modSp mod">
        <pc:chgData name="Sabitha Sabitha" userId="a817836cae688642" providerId="LiveId" clId="{F11A0167-2C0D-4C07-BEBE-8A8269BD8EAC}" dt="2026-08-03T15:29:47.060" v="43" actId="1076"/>
        <pc:sldMkLst>
          <pc:docMk/>
          <pc:sldMk cId="3912590040" sldId="262"/>
        </pc:sldMkLst>
        <pc:spChg chg="mod">
          <ac:chgData name="Sabitha Sabitha" userId="a817836cae688642" providerId="LiveId" clId="{F11A0167-2C0D-4C07-BEBE-8A8269BD8EAC}" dt="2026-08-03T15:29:47.060" v="43" actId="1076"/>
          <ac:spMkLst>
            <pc:docMk/>
            <pc:sldMk cId="3912590040" sldId="262"/>
            <ac:spMk id="2" creationId="{7A06F0EF-6E9A-F536-85DE-92D784C0164A}"/>
          </ac:spMkLst>
        </pc:spChg>
        <pc:spChg chg="mod">
          <ac:chgData name="Sabitha Sabitha" userId="a817836cae688642" providerId="LiveId" clId="{F11A0167-2C0D-4C07-BEBE-8A8269BD8EAC}" dt="2026-08-03T15:29:12.858" v="39" actId="1076"/>
          <ac:spMkLst>
            <pc:docMk/>
            <pc:sldMk cId="3912590040" sldId="262"/>
            <ac:spMk id="4" creationId="{364ACAAB-A2E9-C085-3250-82F1A5890404}"/>
          </ac:spMkLst>
        </pc:spChg>
        <pc:picChg chg="add mod">
          <ac:chgData name="Sabitha Sabitha" userId="a817836cae688642" providerId="LiveId" clId="{F11A0167-2C0D-4C07-BEBE-8A8269BD8EAC}" dt="2026-08-03T15:29:38.069" v="42" actId="1076"/>
          <ac:picMkLst>
            <pc:docMk/>
            <pc:sldMk cId="3912590040" sldId="262"/>
            <ac:picMk id="5" creationId="{CD0BEA1A-C856-8C76-25E9-7F5D84841BB3}"/>
          </ac:picMkLst>
        </pc:picChg>
      </pc:sldChg>
      <pc:sldChg chg="addSp modSp mod">
        <pc:chgData name="Sabitha Sabitha" userId="a817836cae688642" providerId="LiveId" clId="{F11A0167-2C0D-4C07-BEBE-8A8269BD8EAC}" dt="2026-08-03T15:30:36.941" v="54" actId="14100"/>
        <pc:sldMkLst>
          <pc:docMk/>
          <pc:sldMk cId="3604238052" sldId="263"/>
        </pc:sldMkLst>
        <pc:spChg chg="mod">
          <ac:chgData name="Sabitha Sabitha" userId="a817836cae688642" providerId="LiveId" clId="{F11A0167-2C0D-4C07-BEBE-8A8269BD8EAC}" dt="2026-08-03T15:30:31.088" v="53" actId="1076"/>
          <ac:spMkLst>
            <pc:docMk/>
            <pc:sldMk cId="3604238052" sldId="263"/>
            <ac:spMk id="2" creationId="{3C628152-B92A-614F-42FB-C64F53A02A0E}"/>
          </ac:spMkLst>
        </pc:spChg>
        <pc:spChg chg="mod">
          <ac:chgData name="Sabitha Sabitha" userId="a817836cae688642" providerId="LiveId" clId="{F11A0167-2C0D-4C07-BEBE-8A8269BD8EAC}" dt="2026-08-03T15:30:36.941" v="54" actId="14100"/>
          <ac:spMkLst>
            <pc:docMk/>
            <pc:sldMk cId="3604238052" sldId="263"/>
            <ac:spMk id="4" creationId="{FDA04392-A638-DF7C-59AA-50B4C5169310}"/>
          </ac:spMkLst>
        </pc:spChg>
        <pc:picChg chg="add">
          <ac:chgData name="Sabitha Sabitha" userId="a817836cae688642" providerId="LiveId" clId="{F11A0167-2C0D-4C07-BEBE-8A8269BD8EAC}" dt="2026-08-03T15:30:09.960" v="48" actId="22"/>
          <ac:picMkLst>
            <pc:docMk/>
            <pc:sldMk cId="3604238052" sldId="263"/>
            <ac:picMk id="5" creationId="{A7E4FEB7-2F3B-440D-CBA4-6F2683547147}"/>
          </ac:picMkLst>
        </pc:picChg>
      </pc:sldChg>
      <pc:sldChg chg="modSp mod">
        <pc:chgData name="Sabitha Sabitha" userId="a817836cae688642" providerId="LiveId" clId="{F11A0167-2C0D-4C07-BEBE-8A8269BD8EAC}" dt="2026-08-03T15:40:58.662" v="137" actId="20577"/>
        <pc:sldMkLst>
          <pc:docMk/>
          <pc:sldMk cId="3743135840" sldId="264"/>
        </pc:sldMkLst>
        <pc:spChg chg="mod">
          <ac:chgData name="Sabitha Sabitha" userId="a817836cae688642" providerId="LiveId" clId="{F11A0167-2C0D-4C07-BEBE-8A8269BD8EAC}" dt="2026-08-03T15:40:58.662" v="137" actId="20577"/>
          <ac:spMkLst>
            <pc:docMk/>
            <pc:sldMk cId="3743135840" sldId="264"/>
            <ac:spMk id="2" creationId="{0EFF2548-BEFC-2A6F-B9D8-A61212F854C5}"/>
          </ac:spMkLst>
        </pc:spChg>
      </pc:sldChg>
      <pc:sldChg chg="modSp add mod">
        <pc:chgData name="Sabitha Sabitha" userId="a817836cae688642" providerId="LiveId" clId="{F11A0167-2C0D-4C07-BEBE-8A8269BD8EAC}" dt="2026-08-03T15:35:29.300" v="115" actId="1076"/>
        <pc:sldMkLst>
          <pc:docMk/>
          <pc:sldMk cId="3887882559" sldId="265"/>
        </pc:sldMkLst>
        <pc:spChg chg="mod">
          <ac:chgData name="Sabitha Sabitha" userId="a817836cae688642" providerId="LiveId" clId="{F11A0167-2C0D-4C07-BEBE-8A8269BD8EAC}" dt="2026-08-03T15:35:29.300" v="115" actId="1076"/>
          <ac:spMkLst>
            <pc:docMk/>
            <pc:sldMk cId="3887882559" sldId="265"/>
            <ac:spMk id="2" creationId="{AE35E20D-6AAB-42C5-1996-B48C22C134C0}"/>
          </ac:spMkLst>
        </pc:spChg>
        <pc:spChg chg="mod">
          <ac:chgData name="Sabitha Sabitha" userId="a817836cae688642" providerId="LiveId" clId="{F11A0167-2C0D-4C07-BEBE-8A8269BD8EAC}" dt="2026-08-03T15:35:25.320" v="114" actId="1076"/>
          <ac:spMkLst>
            <pc:docMk/>
            <pc:sldMk cId="3887882559" sldId="265"/>
            <ac:spMk id="4" creationId="{7BF62F83-5CB8-397E-6A6A-8299C115CB7B}"/>
          </ac:spMkLst>
        </pc:spChg>
      </pc:sldChg>
      <pc:sldChg chg="add">
        <pc:chgData name="Sabitha Sabitha" userId="a817836cae688642" providerId="LiveId" clId="{F11A0167-2C0D-4C07-BEBE-8A8269BD8EAC}" dt="2026-08-03T15:31:50.776" v="65"/>
        <pc:sldMkLst>
          <pc:docMk/>
          <pc:sldMk cId="2435102822" sldId="266"/>
        </pc:sldMkLst>
      </pc:sldChg>
      <pc:sldChg chg="addSp delSp modSp add mod">
        <pc:chgData name="Sabitha Sabitha" userId="a817836cae688642" providerId="LiveId" clId="{F11A0167-2C0D-4C07-BEBE-8A8269BD8EAC}" dt="2026-08-03T15:40:40.516" v="134" actId="14100"/>
        <pc:sldMkLst>
          <pc:docMk/>
          <pc:sldMk cId="454732072" sldId="267"/>
        </pc:sldMkLst>
        <pc:spChg chg="mod">
          <ac:chgData name="Sabitha Sabitha" userId="a817836cae688642" providerId="LiveId" clId="{F11A0167-2C0D-4C07-BEBE-8A8269BD8EAC}" dt="2026-08-03T15:40:34.912" v="133" actId="1076"/>
          <ac:spMkLst>
            <pc:docMk/>
            <pc:sldMk cId="454732072" sldId="267"/>
            <ac:spMk id="2" creationId="{47C6BA5B-3C34-142C-EE46-4AA3FE0B15C0}"/>
          </ac:spMkLst>
        </pc:spChg>
        <pc:spChg chg="del mod">
          <ac:chgData name="Sabitha Sabitha" userId="a817836cae688642" providerId="LiveId" clId="{F11A0167-2C0D-4C07-BEBE-8A8269BD8EAC}" dt="2026-08-03T15:32:47.414" v="103" actId="21"/>
          <ac:spMkLst>
            <pc:docMk/>
            <pc:sldMk cId="454732072" sldId="267"/>
            <ac:spMk id="4" creationId="{DAA12D31-DAE7-FA07-8C10-39774274C3D9}"/>
          </ac:spMkLst>
        </pc:spChg>
        <pc:picChg chg="mod">
          <ac:chgData name="Sabitha Sabitha" userId="a817836cae688642" providerId="LiveId" clId="{F11A0167-2C0D-4C07-BEBE-8A8269BD8EAC}" dt="2026-08-03T15:40:30.731" v="132" actId="14100"/>
          <ac:picMkLst>
            <pc:docMk/>
            <pc:sldMk cId="454732072" sldId="267"/>
            <ac:picMk id="5" creationId="{402A7DA2-1957-6A93-DD7B-DD265CEFDE10}"/>
          </ac:picMkLst>
        </pc:picChg>
        <pc:picChg chg="add mod modCrop">
          <ac:chgData name="Sabitha Sabitha" userId="a817836cae688642" providerId="LiveId" clId="{F11A0167-2C0D-4C07-BEBE-8A8269BD8EAC}" dt="2026-08-03T15:40:40.516" v="134" actId="14100"/>
          <ac:picMkLst>
            <pc:docMk/>
            <pc:sldMk cId="454732072" sldId="267"/>
            <ac:picMk id="6" creationId="{D3532BF3-1C97-5306-4BB3-2483A12525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883-AB64-2854-8231-50600E929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C90A8-6519-6372-2A9A-D760EA4C0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BA446-0111-40E3-247B-337B732C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A97ED-17B8-B4B3-3574-968C9E53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41C0-AB18-1323-45D9-9B8D5970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7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1401-927F-277E-230A-C30D32A2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3FC9-0107-DC3F-8ECC-85B1B467B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1BF2C-763D-F9AB-C3C7-3972D87D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FFFF-6AFE-7A01-D96F-260E9674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B0E0-0BD5-4B39-0CF0-54325784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9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B2AD-6D66-5809-3A97-9350D8DE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5C032-6A19-BB39-639F-146410013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7327-A9FD-A7DB-DFF7-CA34CC90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43656-CDE7-6EBD-A3FD-49D07B629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28BE-1546-C196-90E9-4B24B1ED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061E4-CE9A-EF1E-ABDA-51550113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A38F2-ECC9-305E-23E9-19A51269A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113D5-5D10-0EFD-FFEE-9F9BBDD40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E6D03-0D8B-8403-3F7B-64A2B267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FCFEF-2226-BA64-F31A-FE7D8AC5E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DA6F1-49BE-4D91-AB0D-05CA9D55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76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88F7-120B-B288-ED40-F582A374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36B19-E819-95CC-B97C-DD41E96CE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254A6-60DC-4C21-FC01-D126EA2D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D17C0-88A9-B8A1-54DA-BCDB5D165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28CBD-5F44-9D47-5E47-12872F7CA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1BF4A5-0C4D-6AB2-8249-0A6C87C7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F0C69-5882-B0CA-A041-308804C7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D559B-9559-C9D3-1280-91A0307E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0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2229-41FD-15B1-FE80-D8D7ED97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4BD47-C7BE-1F18-668C-E89EDB08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036E7-6F48-08ED-064E-3CEDC680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CA2C3-C4E0-8621-2E15-F06755CF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80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DAAEC-9A93-1241-3B05-FB2F5D0A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CFA34-848B-EDE7-AE8D-1F82CC8E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33EC7-34F7-8009-9C3F-56555638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2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7EB6-C125-A3ED-36F9-0FC11A8D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890E-FD3A-2C26-9D36-3B639C37C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699A5-E55C-84C2-147B-DCF2A7C64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15C12-CFAB-28BE-F2A5-2EE5CB445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0AAFC-6D00-85B7-7FE7-A5C3CC7D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00C36-5439-3B78-FBA3-3E2E0FF5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7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7BA1-0FEC-5F4C-5CA6-D6417548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9D0E3-739F-C551-1DE9-BD3F3EF7B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71F8E-9031-207E-F5EF-454BB7468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4E51-169F-AF82-817A-900498D1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D15F6-F980-42EF-D9BF-B01943F2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E2DE9-4C88-F1FE-8F66-BBBC48F5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DE39-1353-0937-58E9-709F0F5E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058ED-11EC-9052-847C-576E36B71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C978-5AFB-5BAE-A8D0-E58A0BB9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D8FE5-13FB-7F84-BFB8-4F1A04DE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641A1-7F94-0036-C4F5-0F00311E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0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AB3D4-2ED2-3F3A-CF5B-A87BB6149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997C1-1B77-1700-FA1C-6CEF64CAD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C7121-140D-7CE4-DAD2-C1B6D159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9B96F-753E-0445-D5CB-721C01CC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BECC-F258-9177-FC8E-771230CA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22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F8943-6141-6DD3-3925-988D7258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8ED2-0C5B-CCC7-EDED-3F0CC6C54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11A1A-F15A-4666-55C5-DC3776680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4070F-50F5-416D-AE33-0DDA6ECC666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39CB9-8A9F-4879-F547-900250A17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BC599-6D61-BEF3-7C60-E66A7C830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78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76F4-DC23-1313-0670-59DED5EC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084" y="1661257"/>
            <a:ext cx="10820667" cy="147507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Records and Search System using String Matching Algorithms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E7E456-98C5-D02B-1864-50AE6F049DF6}"/>
              </a:ext>
            </a:extLst>
          </p:cNvPr>
          <p:cNvSpPr txBox="1">
            <a:spLocks/>
          </p:cNvSpPr>
          <p:nvPr/>
        </p:nvSpPr>
        <p:spPr>
          <a:xfrm>
            <a:off x="7983201" y="4350844"/>
            <a:ext cx="3131418" cy="1475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 Rajesh Kumar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78BAA-B725-C2BD-0D35-F15E7C5F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850A4C30-7EA0-6F89-C780-85A80785CD0E}"/>
              </a:ext>
            </a:extLst>
          </p:cNvPr>
          <p:cNvSpPr txBox="1">
            <a:spLocks/>
          </p:cNvSpPr>
          <p:nvPr/>
        </p:nvSpPr>
        <p:spPr>
          <a:xfrm>
            <a:off x="1077383" y="4350844"/>
            <a:ext cx="3131418" cy="1475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Poojitha A (192511230)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Sabitha V (192421415)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Nandhini M (192472318)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26EBD66-ADB2-0CFA-482F-DA767E4EF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272877"/>
            <a:ext cx="9144000" cy="374344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CSA0303 –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94976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F5E0-FBB6-A49B-5C39-679AF893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E20D-6AAB-42C5-1996-B48C22C1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479" y="1853967"/>
            <a:ext cx="5025704" cy="89373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62F83-5CB8-397E-6A6A-8299C115CB7B}"/>
              </a:ext>
            </a:extLst>
          </p:cNvPr>
          <p:cNvSpPr txBox="1"/>
          <p:nvPr/>
        </p:nvSpPr>
        <p:spPr>
          <a:xfrm>
            <a:off x="1586272" y="2747700"/>
            <a:ext cx="10353683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stores and manages criminal records in a structured database.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string matching algorithms for fast and accurate search of names/data.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improves investigation speed.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quick retrieval of matching records even in large datasets.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accuracy and supports law enforcement decision-making.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709AA-DBAD-A45E-A619-5266F2F9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67" y="257558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8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6AE36-4E4B-B40E-E8F5-70B7BA66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463" y="1611347"/>
            <a:ext cx="5025704" cy="89373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E97C4-90FA-3DA2-B24B-9ACAC4D686BC}"/>
              </a:ext>
            </a:extLst>
          </p:cNvPr>
          <p:cNvSpPr txBox="1"/>
          <p:nvPr/>
        </p:nvSpPr>
        <p:spPr>
          <a:xfrm>
            <a:off x="1005979" y="2593308"/>
            <a:ext cx="106807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investigations require quick and accurate access to records.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 searches may fail with incomplete or misspelled names.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string matching algorithms to improve search accuracy.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searching criminal names, biometric patterns, and case histories.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law enforcement identify suspects efficiently.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A6E0-B4E0-73D5-CB2E-2C0EE17D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67" y="257558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7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D19D5-F03E-E202-D6FC-5CEE3A57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846" y="1499333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9D837-3279-67C5-576E-5098FAB1F06E}"/>
              </a:ext>
            </a:extLst>
          </p:cNvPr>
          <p:cNvSpPr txBox="1"/>
          <p:nvPr/>
        </p:nvSpPr>
        <p:spPr>
          <a:xfrm>
            <a:off x="926123" y="2481996"/>
            <a:ext cx="1135380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criminal databases are difficult to search manually.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Misspelled or partial suspect names reduce search accuracy.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matching DNA or fingerprint patterns is time-consuming.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descriptions are stored as unstructured text, making searches slow.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struggle with fast and reliable pattern matching.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06278-D35E-CC9F-34D2-E9927E078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3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779B-FF3B-46F9-037B-B1D06DEB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1A4A-50F2-AC4F-41C3-34D51D03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1" y="1518487"/>
            <a:ext cx="53340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AB243-6918-9C32-E3E3-95C1836FEEA9}"/>
              </a:ext>
            </a:extLst>
          </p:cNvPr>
          <p:cNvSpPr txBox="1"/>
          <p:nvPr/>
        </p:nvSpPr>
        <p:spPr>
          <a:xfrm>
            <a:off x="1954823" y="2694581"/>
            <a:ext cx="106299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fast criminal record search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suspect identification using string matching algorithms.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partial and misspelled names accurately.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biometric patterns efficiently.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crime history using keyword-based indexing.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search time and improve investigation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1A866-B241-E026-33BF-EA7476355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0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BE20-6998-0E6D-4BCF-E8BFD139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55" y="1606410"/>
            <a:ext cx="53340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17CF7-E7D2-01BC-4CC4-DFB5F36EDEAA}"/>
              </a:ext>
            </a:extLst>
          </p:cNvPr>
          <p:cNvSpPr txBox="1"/>
          <p:nvPr/>
        </p:nvSpPr>
        <p:spPr>
          <a:xfrm>
            <a:off x="1429075" y="2720958"/>
            <a:ext cx="11231848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store criminal records in a structured database.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(clean names, remove duplicates, standardize format).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string matching algorithms (like Naive, KMP, or Rabin-Karp) for searching.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input query with stored records to find matches quickly.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matched results efficiently for user/law enforcement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2286D-BDCA-5D7B-937C-996761D0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6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06E8-7692-3B59-F823-5560E273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BA5B-3C34-142C-EE46-4AA3FE0B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327638"/>
            <a:ext cx="5334000" cy="56684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A7DA2-1957-6A93-DD7B-DD265CEFD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6"/>
            <a:ext cx="10037233" cy="952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532BF3-1C97-5306-4BB3-2483A1252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08" b="4122"/>
          <a:stretch>
            <a:fillRect/>
          </a:stretch>
        </p:blipFill>
        <p:spPr>
          <a:xfrm>
            <a:off x="952500" y="1894480"/>
            <a:ext cx="10287000" cy="468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5D7A-6017-5AE5-FBC5-612E5770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46" y="1192690"/>
            <a:ext cx="9791700" cy="8667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Alias &amp; Name Matcher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23FD6-7DE4-3A91-396D-F392F93FFB9D}"/>
              </a:ext>
            </a:extLst>
          </p:cNvPr>
          <p:cNvSpPr txBox="1"/>
          <p:nvPr/>
        </p:nvSpPr>
        <p:spPr>
          <a:xfrm>
            <a:off x="1137138" y="1626078"/>
            <a:ext cx="105156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suspects using complete, partial, or misspelled names.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name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name matching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 detection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 in large databases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Knuth-Morris-Pratt (KMP) Algorithm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suspect identification ,Reduced manual searching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B0B9B-21EE-026F-1F5B-DC532F1D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4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70FE-8206-4FA2-BEE1-FE35749C3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93" y="1206184"/>
            <a:ext cx="10515600" cy="6000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DNA/Fingerprint Pattern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40C2D-D53B-B02A-D9F1-37554C4B7BE6}"/>
              </a:ext>
            </a:extLst>
          </p:cNvPr>
          <p:cNvSpPr txBox="1"/>
          <p:nvPr/>
        </p:nvSpPr>
        <p:spPr>
          <a:xfrm>
            <a:off x="1699846" y="1646026"/>
            <a:ext cx="109474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biometric samples with stored criminal records.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sequence matching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pattern comparison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biometric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pattern recognition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Boyer-Moore Algorithm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repeat offenders ,Faster biometric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05285-6018-BEAD-D136-A810E9EB0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91" y="9501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2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F0EF-6E9A-F536-85DE-92D784C0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35" y="1389522"/>
            <a:ext cx="7937500" cy="447675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Case History Indexer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ACAAB-A2E9-C085-3250-82F1A5890404}"/>
              </a:ext>
            </a:extLst>
          </p:cNvPr>
          <p:cNvSpPr txBox="1"/>
          <p:nvPr/>
        </p:nvSpPr>
        <p:spPr>
          <a:xfrm>
            <a:off x="1286608" y="1613360"/>
            <a:ext cx="105156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crime descriptions using keywords.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keyword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Modus Operandi detection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text scanning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case identification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Algorithm (Rolling Hash)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retrieval of similar cases ,Better crime pattern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BEA1A-C856-8C76-25E9-7F5D8484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67" y="54516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90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8152-B92A-614F-42FB-C64F53A0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630" y="1632694"/>
            <a:ext cx="3704610" cy="8195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04392-A638-DF7C-59AA-50B4C5169310}"/>
              </a:ext>
            </a:extLst>
          </p:cNvPr>
          <p:cNvSpPr txBox="1"/>
          <p:nvPr/>
        </p:nvSpPr>
        <p:spPr>
          <a:xfrm>
            <a:off x="943004" y="2452240"/>
            <a:ext cx="1110878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fast and intelligent criminal record search solution.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improves name and alias matching accuracy.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Boyer-Moore enables efficient biometric pattern matching.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accelerates crime history searches.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investigation time, improves search accuracy, and supports law enforcement in solving cases more effectively.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4FEB7-2F3B-440D-CBA4-6F268354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3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2548-BEFC-2A6F-B9D8-A61212F8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2" y="862919"/>
            <a:ext cx="10515600" cy="5132161"/>
          </a:xfrm>
        </p:spPr>
        <p:txBody>
          <a:bodyPr>
            <a:no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743135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506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Criminal Records and Search System using String Matching Algorithms</vt:lpstr>
      <vt:lpstr>Abstract</vt:lpstr>
      <vt:lpstr>Introduction</vt:lpstr>
      <vt:lpstr>Problem Statement</vt:lpstr>
      <vt:lpstr>Objectives</vt:lpstr>
      <vt:lpstr>Methodology</vt:lpstr>
      <vt:lpstr>System Architecture</vt:lpstr>
      <vt:lpstr>Module 1 – Alias &amp; Name Matcher</vt:lpstr>
      <vt:lpstr>Module 2 – DNA/Fingerprint Pattern Search</vt:lpstr>
      <vt:lpstr>Module 3 – Case History Indexer</vt:lpstr>
      <vt:lpstr>Conclusion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Mandem Nandhini</dc:creator>
  <cp:lastModifiedBy>Sabitha Sabitha</cp:lastModifiedBy>
  <cp:revision>2</cp:revision>
  <dcterms:created xsi:type="dcterms:W3CDTF">2026-07-24T17:48:25Z</dcterms:created>
  <dcterms:modified xsi:type="dcterms:W3CDTF">2026-08-03T15:41:04Z</dcterms:modified>
</cp:coreProperties>
</file>